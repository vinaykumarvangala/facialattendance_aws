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Bitter Medium"/>
      <p:regular r:id="rId17"/>
    </p:embeddedFont>
    <p:embeddedFont>
      <p:font typeface="Bitter Medium"/>
      <p:regular r:id="rId18"/>
    </p:embeddedFont>
    <p:embeddedFont>
      <p:font typeface="Bitter Medium"/>
      <p:regular r:id="rId19"/>
    </p:embeddedFont>
    <p:embeddedFont>
      <p:font typeface="Bitter Medium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74294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spc="-13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Facial Attendance: Integrating AWS for Seamless Attendance Tracking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40793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Facial attendance systems powered by AWS services offer a cutting-edge solution for organizations to streamline employee attendance management. This integrated approach leverages the power of facial recognition technology and cloud computing to deliver a seamless, secure, and efficient attendance tracking experience.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752094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spc="-13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Integration with AWS Services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AWS Rekognition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Leverages the advanced facial recognition capabilities of AWS Rekognition to accurately identify employees and track attendance.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AWS Lambda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Serverless functions that automate attendance logging and integrate with other AWS services for a seamless workflow.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AWS IoT Core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21540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Enables secure and scalable connectivity between on-premise attendance devices and the AWS cloud.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644" y="606266"/>
            <a:ext cx="7600712" cy="137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spc="-130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Python and Machine Learning for Facial Recognition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1087041" y="2314932"/>
            <a:ext cx="30480" cy="5309949"/>
          </a:xfrm>
          <a:prstGeom prst="roundRect">
            <a:avLst>
              <a:gd name="adj" fmla="val 303837"/>
            </a:avLst>
          </a:prstGeom>
          <a:solidFill>
            <a:srgbClr val="E2C8B5"/>
          </a:solidFill>
          <a:ln/>
        </p:spPr>
      </p:sp>
      <p:sp>
        <p:nvSpPr>
          <p:cNvPr id="5" name="Shape 2"/>
          <p:cNvSpPr/>
          <p:nvPr/>
        </p:nvSpPr>
        <p:spPr>
          <a:xfrm>
            <a:off x="1319808" y="2795707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E2C8B5"/>
          </a:solidFill>
          <a:ln/>
        </p:spPr>
      </p:sp>
      <p:sp>
        <p:nvSpPr>
          <p:cNvPr id="6" name="Shape 3"/>
          <p:cNvSpPr/>
          <p:nvPr/>
        </p:nvSpPr>
        <p:spPr>
          <a:xfrm>
            <a:off x="854273" y="2562939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8582" y="2645569"/>
            <a:ext cx="127397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spc="-78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314932" y="2535317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spc="-65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Preparation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2314932" y="301204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spc="-35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Collect and preprocess employee facial data to train the machine learning model.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319808" y="4639151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E2C8B5"/>
          </a:solidFill>
          <a:ln/>
        </p:spPr>
      </p:sp>
      <p:sp>
        <p:nvSpPr>
          <p:cNvPr id="11" name="Shape 8"/>
          <p:cNvSpPr/>
          <p:nvPr/>
        </p:nvSpPr>
        <p:spPr>
          <a:xfrm>
            <a:off x="854273" y="4406384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16198" y="4489013"/>
            <a:ext cx="172045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spc="-78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314932" y="4378762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spc="-65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Model Training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2314932" y="4855488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spc="-35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deep learning techniques to develop a robust facial recognition model.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1319808" y="6482596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E2C8B5"/>
          </a:solidFill>
          <a:ln/>
        </p:spPr>
      </p:sp>
      <p:sp>
        <p:nvSpPr>
          <p:cNvPr id="16" name="Shape 13"/>
          <p:cNvSpPr/>
          <p:nvPr/>
        </p:nvSpPr>
        <p:spPr>
          <a:xfrm>
            <a:off x="854273" y="6249829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12627" y="6332458"/>
            <a:ext cx="179308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spc="-78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2314932" y="6222206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spc="-65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Model Deployment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2314932" y="669893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spc="-35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 the trained model with the attendance system and AWS Rekognition for real-time identification.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5599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spc="-13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System Architecture and Components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013710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32481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On-Premise Devices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738563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Cameras and sensors installed at entry/exit points to capture employee facial data.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3013710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301" y="32481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AWS Services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3738563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Rekognition, Lambda, IoT Core, and other AWS services that power the attendance system.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288518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522952"/>
            <a:ext cx="31717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Attendance Management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013371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Software interface for employees to view their attendance records and for HR to manage the system.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3073" y="608290"/>
            <a:ext cx="7597854" cy="138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spc="-130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Error Handling and Redundancy</a:t>
            </a:r>
            <a:endParaRPr lang="en-US" sz="4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073" y="2319933"/>
            <a:ext cx="1104424" cy="17671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08728" y="2540794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spc="-65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Fault Tolerance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2208728" y="3018353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spc="-35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Redundant components and failover mechanisms to ensure system availability and reliability.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073" y="4087058"/>
            <a:ext cx="1104424" cy="176712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08728" y="4307919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spc="-65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Error Monitoring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2208728" y="4785479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spc="-35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monitoring and automated alerts for quick resolution of any system issues.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073" y="5854184"/>
            <a:ext cx="1104424" cy="176712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08728" y="6075045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spc="-65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Backup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2208728" y="6552605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spc="-35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 and redundant data storage to protect attendance records and employee information.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21430"/>
            <a:ext cx="81564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spc="-13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Implementing Facial Attendance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870371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56641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Facial Capture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6154579"/>
            <a:ext cx="41207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Strategically placed cameras at entry/exit points to capture employee facial data.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704" y="4870371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54704" y="56641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Attendance Logging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5254704" y="6154579"/>
            <a:ext cx="412087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logging of employee arrival and departure times in the attendance database.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738" y="4870371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5738" y="5664160"/>
            <a:ext cx="28594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Attendance Dashboard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715738" y="6154579"/>
            <a:ext cx="41207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Intuitive interface for employees and HR to view and manage attendance records.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42586"/>
            <a:ext cx="70496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spc="-13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Results and User Experience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94667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9856" y="3031688"/>
            <a:ext cx="13096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spc="-80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29466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Increased Accuracy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3437096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Facial recognition technology ensures reliable and tamper-proof attendance tracking.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294667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38554" y="3031688"/>
            <a:ext cx="176927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spc="-80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08983" y="29466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Time Savings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08983" y="3437096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attendance logging eliminates manual record-keeping and reduces administrative overhead.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37067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3067" y="5455682"/>
            <a:ext cx="18442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spc="-80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53706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Improved Visibility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5861090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attendance data and analytics provide valuable insights for HR and management.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18523"/>
            <a:ext cx="62945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spc="-13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Security and Privacy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567464"/>
            <a:ext cx="7556421" cy="4143613"/>
          </a:xfrm>
          <a:prstGeom prst="roundRect">
            <a:avLst>
              <a:gd name="adj" fmla="val 229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1410" y="2575084"/>
            <a:ext cx="7541181" cy="137612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28224" y="2718792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Encryption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02624" y="2718792"/>
            <a:ext cx="3313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employee data is stored and transmitted in an encrypted format to ensure confidentiality.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801410" y="3951208"/>
            <a:ext cx="7541181" cy="137612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28224" y="4094917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 Control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02624" y="4094917"/>
            <a:ext cx="3313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Granular access permissions and multi-factor authentication safeguard sensitive information.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801410" y="5327332"/>
            <a:ext cx="7541181" cy="137612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28224" y="5471041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Compliance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02624" y="5471041"/>
            <a:ext cx="3313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adheres to relevant data protection regulations and industry best practices.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spc="-13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System Performance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Low Latency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Rapid facial recognition and attendance logging, ensuring a seamless user experience.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High Throughput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Ability to handle large volumes of employee traffic and data processing demands.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Scalability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Seamless scaling of the system to accommodate growing organizational needs.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7453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spc="-13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Future Enhancements and Roadmap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832259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3066693"/>
            <a:ext cx="28682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Multimodal Biometrics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557111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Integrating additional biometric modalities, such as iris or palm recognition, for enhanced security.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2832259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301" y="30666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Mobile Integration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3557111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Developing mobile apps for employees to easily access and manage their attendance records.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469969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7044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spc="-67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AI-Driven Analytics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194822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Leveraging machine learning to provide predictive insights and optimize attendance patterns.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2024-11-09T05:39:02Z</dcterms:created>
  <dcterms:modified xsi:type="dcterms:W3CDTF">2024-11-09T05:39:02Z</dcterms:modified>
</cp:coreProperties>
</file>